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4A0E-E80A-4948-94C6-78562B424CF0}" v="4" dt="2026-10-03T04:48:43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esh S" userId="5364c74edf64931e" providerId="LiveId" clId="{1BF0F71E-592F-4CEB-A8A0-12D308152460}"/>
    <pc:docChg chg="undo custSel modSld">
      <pc:chgData name="Hariesh S" userId="5364c74edf64931e" providerId="LiveId" clId="{1BF0F71E-592F-4CEB-A8A0-12D308152460}" dt="2026-10-03T04:48:44.312" v="14" actId="207"/>
      <pc:docMkLst>
        <pc:docMk/>
      </pc:docMkLst>
      <pc:sldChg chg="addSp delSp modSp mod">
        <pc:chgData name="Hariesh S" userId="5364c74edf64931e" providerId="LiveId" clId="{1BF0F71E-592F-4CEB-A8A0-12D308152460}" dt="2026-10-03T04:48:44.312" v="14" actId="207"/>
        <pc:sldMkLst>
          <pc:docMk/>
          <pc:sldMk cId="0" sldId="260"/>
        </pc:sldMkLst>
        <pc:spChg chg="mod">
          <ac:chgData name="Hariesh S" userId="5364c74edf64931e" providerId="LiveId" clId="{1BF0F71E-592F-4CEB-A8A0-12D308152460}" dt="2026-10-03T04:48:44.312" v="14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Hariesh S" userId="5364c74edf64931e" providerId="LiveId" clId="{1BF0F71E-592F-4CEB-A8A0-12D308152460}" dt="2026-10-03T04:48:42.861" v="10" actId="207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Hariesh S" userId="5364c74edf64931e" providerId="LiveId" clId="{1BF0F71E-592F-4CEB-A8A0-12D308152460}" dt="2026-10-03T04:48:43.940" v="13" actId="767"/>
          <ac:spMkLst>
            <pc:docMk/>
            <pc:sldMk cId="0" sldId="260"/>
            <ac:spMk id="6" creationId="{4D8CB9CF-9296-D3C1-65D4-64A7AE9C92CB}"/>
          </ac:spMkLst>
        </pc:spChg>
        <pc:spChg chg="add mod">
          <ac:chgData name="Hariesh S" userId="5364c74edf64931e" providerId="LiveId" clId="{1BF0F71E-592F-4CEB-A8A0-12D308152460}" dt="2026-10-03T04:48:43.054" v="11" actId="767"/>
          <ac:spMkLst>
            <pc:docMk/>
            <pc:sldMk cId="0" sldId="260"/>
            <ac:spMk id="7" creationId="{5C916405-098C-CD41-E271-AD98C7E92C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CUSTOMER CHURN &amp; RETENTION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WEEK 8 CAPSTONE PROJECT</a:t>
            </a:r>
          </a:p>
          <a:p>
            <a:pPr>
              <a:spcAft>
                <a:spcPts val="1200"/>
              </a:spcAft>
              <a:defRPr sz="24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END-TO-END BUSINESS ANALYSIS</a:t>
            </a:r>
          </a:p>
          <a:p>
            <a:pPr>
              <a:spcAft>
                <a:spcPts val="1200"/>
              </a:spcAft>
              <a:defRPr sz="24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CUSTOMER CHURN • STATISTICS •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Customer churn creates recurring pressure on retention and future acquisition requirements.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Goal: identify customer characteristics associated with churn.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Translate evidence into measurable retention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Clean and validate the customer dataset.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Perform exploratory data analysis and visualization.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Conduct statistical tests and interpret evidence.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Build a baseline churn prediction model.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Create an implementation and measurement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DATASET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RAW RECORDS: 500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ANALYTICAL RECORDS: 500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CustomerID treated as an identifier.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Numeric fields normalized and incomplete records checked.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Raw and cleaned datasets are included for reproducibility.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>
                <a:solidFill>
                  <a:srgbClr val="F4F0E6"/>
                </a:solidFill>
                <a:latin typeface="Times New Roman"/>
              </a:rPr>
              <a:t>CHURN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 dirty="0">
                <a:solidFill>
                  <a:srgbClr val="F4F0E6"/>
                </a:solidFill>
                <a:latin typeface="Times New Roman"/>
              </a:rPr>
              <a:t>OVERALL CHURN RATE: nan%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 dirty="0">
                <a:solidFill>
                  <a:srgbClr val="F4F0E6"/>
                </a:solidFill>
                <a:latin typeface="Times New Roman"/>
              </a:rPr>
              <a:t>RETAINED AVG TENURE: nan MONTHS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 dirty="0">
                <a:solidFill>
                  <a:srgbClr val="F4F0E6"/>
                </a:solidFill>
                <a:latin typeface="Times New Roman"/>
              </a:rPr>
              <a:t>CHURNED AVG TENURE: nan MONTHS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 dirty="0">
                <a:solidFill>
                  <a:srgbClr val="F4F0E6"/>
                </a:solidFill>
                <a:latin typeface="Times New Roman"/>
              </a:rPr>
              <a:t>Shorter-tenure customers are an important retention segment.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MONTHLY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RETAINED AVG: $nan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CHURNED AVG: $nan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Monthly charges differ between churn groups.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Further investigation is required before attributing a causal effect.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CONTRACT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MONTH-TO-MONTH CHURN: nan%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ONE-YEAR CHURN: nan%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TWO-YEAR CHURN: nan%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Contract type provides a strong segmentation signal in this sample.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WELCH'S T-TEST: numeric group comparisons.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CHI-SQUARE TEST: categorical associations.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P-VALUES evaluate evidence against a null hypothesis.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STATISTICAL SIGNIFICANCE DOES NOT PROVE CAUSATION.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PREDICTIVE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LOGISTIC REGRESSION BASELINE.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NUMERIC FEATURES STANDARDIZED.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CATEGORICAL FEATURES ONE-HOT ENCODED.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STRATIFIED TRAIN-TEST SPLIT.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Evaluation: accuracy, precision, recall, F1 and ROC-AUC.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EARLY-TENURE CUSTOMERS DESERVE STRONGER ONBOARDING.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CONTRACT TYPE CAN SUPPORT RETENTION SEGMENTATION.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MONTHLY CHARGES SHOULD BE INVESTIGATED ALONGSIDE SERVICE VALUE.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MODEL SCORES CAN PRIORITIZE HUMAN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PHASE 1: VALIDATE MODEL ON NEWER DATA.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PHASE 2: CREATE WEEKLY RISK REPORTING.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PHASE 3: STRENGTHEN EARLY-TENURE ENGAGEMENT.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PHASE 4: TEST CONTRACT-FOCUSED INTERVENTIONS.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PHASE 5: MEASURE RESULTS AND ITERATE.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MEASUREMENT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PRIMARY: CHURN REDUCTION.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SECONDARY: RETENTION UPLIFT.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OPERATIONAL: INTERVENTION RESPONSE.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FINANCIAL: INTERVENTION COST AND EVENTUAL ROI.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USE CONTROLLED EXPERIMENTS WHERE PRACTICAL.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DATASET SIZE: 500 CUSTOMER RECORDS.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NO REVENUE, PROFIT OR ACQUISITION-COST FIELDS.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NO MARKETING-SPEND OR INTERVENTION-HISTORY FIELDS.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BASELINE MODEL REQUIRES FUTURE VALIDATION.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ASSOCIATION SHOULD NOT BE PRESENTED AS CAUSATION.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THE PROJECT CONNECTS DATA PREPARATION TO BUSINESS ACTION.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CHURN PATTERNS CAN GUIDE RETENTION SEGMENTATION.</a:t>
            </a:r>
          </a:p>
          <a:p>
            <a:pPr>
              <a:spcAft>
                <a:spcPts val="1200"/>
              </a:spcAft>
              <a:defRPr sz="2000">
                <a:latin typeface="Times New Roman"/>
              </a:defRPr>
            </a:pPr>
            <a:r>
              <a:rPr>
                <a:solidFill>
                  <a:srgbClr val="F4F0E6"/>
                </a:solidFill>
                <a:latin typeface="Times New Roman"/>
              </a:rPr>
              <a:t>THE NEXT STEP IS TO TEST INTERVENTIONS AND MEASURE REAL BUSINESS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"/>
            <a:ext cx="11155680" cy="2286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9B7A9"/>
                </a:solidFill>
                <a:latin typeface="Times New Roman"/>
              </a:defRPr>
            </a:pPr>
            <a:r>
              <a:t>WEEK 08  •  CUSTOMER CHURN &amp; RETENTION STRATEGY  •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576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Hariesh S</cp:lastModifiedBy>
  <cp:revision>1</cp:revision>
  <dcterms:created xsi:type="dcterms:W3CDTF">2013-01-27T09:14:16Z</dcterms:created>
  <dcterms:modified xsi:type="dcterms:W3CDTF">2026-10-03T04:48:49Z</dcterms:modified>
  <cp:category/>
</cp:coreProperties>
</file>